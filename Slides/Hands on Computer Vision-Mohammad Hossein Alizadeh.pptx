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29LT Azer" panose="020B0604020202020204" charset="-78"/>
      <p:regular r:id="rId12"/>
    </p:embeddedFont>
    <p:embeddedFont>
      <p:font typeface="29LT Azer Bold" panose="020B0604020202020204" charset="-78"/>
      <p:regular r:id="rId13"/>
    </p:embeddedFont>
    <p:embeddedFont>
      <p:font typeface="29LT Azer Heavy" panose="020B0604020202020204" charset="-78"/>
      <p:regular r:id="rId14"/>
    </p:embeddedFont>
    <p:embeddedFont>
      <p:font typeface="29LT Azer Light" panose="020B0604020202020204" charset="-78"/>
      <p:regular r:id="rId15"/>
    </p:embeddedFont>
    <p:embeddedFont>
      <p:font typeface="29LT Azer Medium" panose="020B0604020202020204" charset="-78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1787490" y="1519304"/>
            <a:ext cx="12356495" cy="372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0"/>
              </a:lnSpc>
            </a:pPr>
            <a:r>
              <a:rPr lang="en-US" sz="97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Hands on Computer Vision</a:t>
            </a:r>
          </a:p>
          <a:p>
            <a:pPr algn="l">
              <a:lnSpc>
                <a:spcPts val="14936"/>
              </a:lnSpc>
            </a:pPr>
            <a:r>
              <a:rPr lang="en-US" sz="96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Hand Gesture Detection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5664" y="6473095"/>
            <a:ext cx="6788050" cy="64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222222"/>
                </a:solidFill>
                <a:latin typeface="29LT Azer Medium"/>
                <a:ea typeface="29LT Azer Medium"/>
                <a:cs typeface="29LT Azer Medium"/>
                <a:sym typeface="29LT Azer Medium"/>
              </a:rPr>
              <a:t>Mohammad Hssein Alizadeh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7490" y="7119996"/>
            <a:ext cx="6051352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22222"/>
                </a:solidFill>
                <a:latin typeface="29LT Azer"/>
                <a:ea typeface="29LT Azer"/>
                <a:cs typeface="29LT Azer"/>
                <a:sym typeface="29LT Azer"/>
              </a:rPr>
              <a:t>info@mohammad-hossein.ir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41439" y="8892486"/>
            <a:ext cx="2979404" cy="36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 spc="65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Source: </a:t>
            </a:r>
            <a:r>
              <a:rPr lang="en-US" sz="2099" spc="65">
                <a:solidFill>
                  <a:srgbClr val="222222"/>
                </a:solidFill>
                <a:latin typeface="29LT Azer Light"/>
                <a:ea typeface="29LT Azer Light"/>
                <a:cs typeface="29LT Azer Light"/>
                <a:sym typeface="29LT Azer Light"/>
              </a:rPr>
              <a:t>computervision.zone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8710545" y="3095641"/>
            <a:ext cx="7463382" cy="5466144"/>
          </a:xfrm>
          <a:custGeom>
            <a:avLst/>
            <a:gdLst/>
            <a:ahLst/>
            <a:cxnLst/>
            <a:rect l="l" t="t" r="r" b="b"/>
            <a:pathLst>
              <a:path w="7463382" h="5466144">
                <a:moveTo>
                  <a:pt x="0" y="0"/>
                </a:moveTo>
                <a:lnTo>
                  <a:pt x="7463383" y="0"/>
                </a:lnTo>
                <a:lnTo>
                  <a:pt x="7463383" y="5466144"/>
                </a:lnTo>
                <a:lnTo>
                  <a:pt x="0" y="5466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71" r="-5071" b="-25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114072" y="3095641"/>
            <a:ext cx="6211507" cy="5466144"/>
          </a:xfrm>
          <a:custGeom>
            <a:avLst/>
            <a:gdLst/>
            <a:ahLst/>
            <a:cxnLst/>
            <a:rect l="l" t="t" r="r" b="b"/>
            <a:pathLst>
              <a:path w="6211507" h="5466144">
                <a:moveTo>
                  <a:pt x="0" y="0"/>
                </a:moveTo>
                <a:lnTo>
                  <a:pt x="6211507" y="0"/>
                </a:lnTo>
                <a:lnTo>
                  <a:pt x="6211507" y="5466144"/>
                </a:lnTo>
                <a:lnTo>
                  <a:pt x="0" y="546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66" r="-866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09954" y="1833312"/>
            <a:ext cx="2360089" cy="126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5664" y="1833312"/>
            <a:ext cx="4747458" cy="126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Prerequisite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5664" y="3038491"/>
            <a:ext cx="11172458" cy="721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545454"/>
                </a:solidFill>
                <a:latin typeface="29LT Azer"/>
                <a:ea typeface="29LT Azer"/>
                <a:cs typeface="29LT Azer"/>
                <a:sym typeface="29LT Azer"/>
              </a:rPr>
              <a:t>Minimum knowledge of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56473" y="4337059"/>
            <a:ext cx="3975054" cy="145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...STOP!!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2776899" y="5143500"/>
            <a:ext cx="6994829" cy="1305255"/>
          </a:xfrm>
          <a:custGeom>
            <a:avLst/>
            <a:gdLst/>
            <a:ahLst/>
            <a:cxnLst/>
            <a:rect l="l" t="t" r="r" b="b"/>
            <a:pathLst>
              <a:path w="6994829" h="1305255">
                <a:moveTo>
                  <a:pt x="0" y="0"/>
                </a:moveTo>
                <a:lnTo>
                  <a:pt x="6994829" y="0"/>
                </a:lnTo>
                <a:lnTo>
                  <a:pt x="6994829" y="1305255"/>
                </a:lnTo>
                <a:lnTo>
                  <a:pt x="0" y="1305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633640" y="5143500"/>
            <a:ext cx="4177563" cy="1420371"/>
          </a:xfrm>
          <a:custGeom>
            <a:avLst/>
            <a:gdLst/>
            <a:ahLst/>
            <a:cxnLst/>
            <a:rect l="l" t="t" r="r" b="b"/>
            <a:pathLst>
              <a:path w="4177563" h="1420371">
                <a:moveTo>
                  <a:pt x="0" y="0"/>
                </a:moveTo>
                <a:lnTo>
                  <a:pt x="4177563" y="0"/>
                </a:lnTo>
                <a:lnTo>
                  <a:pt x="4177563" y="1420371"/>
                </a:lnTo>
                <a:lnTo>
                  <a:pt x="0" y="14203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5664" y="1833312"/>
            <a:ext cx="4747458" cy="126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MediaPipe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5664" y="3390916"/>
            <a:ext cx="11172458" cy="448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545454"/>
                </a:solidFill>
                <a:latin typeface="29LT Azer"/>
                <a:ea typeface="29LT Azer"/>
                <a:cs typeface="29LT Azer"/>
                <a:sym typeface="29LT Azer"/>
              </a:rPr>
              <a:t>chuoling.github.io/mediapipe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44298" y="3489439"/>
            <a:ext cx="12999404" cy="4532521"/>
          </a:xfrm>
          <a:custGeom>
            <a:avLst/>
            <a:gdLst/>
            <a:ahLst/>
            <a:cxnLst/>
            <a:rect l="l" t="t" r="r" b="b"/>
            <a:pathLst>
              <a:path w="12999404" h="4532521">
                <a:moveTo>
                  <a:pt x="0" y="0"/>
                </a:moveTo>
                <a:lnTo>
                  <a:pt x="12999404" y="0"/>
                </a:lnTo>
                <a:lnTo>
                  <a:pt x="12999404" y="4532520"/>
                </a:lnTo>
                <a:lnTo>
                  <a:pt x="0" y="45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5664" y="1833312"/>
            <a:ext cx="6415149" cy="126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Hand Landmarks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1785664" y="3643633"/>
            <a:ext cx="578187" cy="565572"/>
          </a:xfrm>
          <a:custGeom>
            <a:avLst/>
            <a:gdLst/>
            <a:ahLst/>
            <a:cxnLst/>
            <a:rect l="l" t="t" r="r" b="b"/>
            <a:pathLst>
              <a:path w="578187" h="565572">
                <a:moveTo>
                  <a:pt x="0" y="0"/>
                </a:moveTo>
                <a:lnTo>
                  <a:pt x="578186" y="0"/>
                </a:lnTo>
                <a:lnTo>
                  <a:pt x="578186" y="565572"/>
                </a:lnTo>
                <a:lnTo>
                  <a:pt x="0" y="56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85664" y="4576071"/>
            <a:ext cx="567429" cy="567429"/>
          </a:xfrm>
          <a:custGeom>
            <a:avLst/>
            <a:gdLst/>
            <a:ahLst/>
            <a:cxnLst/>
            <a:rect l="l" t="t" r="r" b="b"/>
            <a:pathLst>
              <a:path w="567429" h="567429">
                <a:moveTo>
                  <a:pt x="0" y="0"/>
                </a:moveTo>
                <a:lnTo>
                  <a:pt x="567429" y="0"/>
                </a:lnTo>
                <a:lnTo>
                  <a:pt x="567429" y="567429"/>
                </a:lnTo>
                <a:lnTo>
                  <a:pt x="0" y="567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5664" y="1833312"/>
            <a:ext cx="4747458" cy="126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Source Code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42324" y="3673702"/>
            <a:ext cx="3869726" cy="448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545454"/>
                </a:solidFill>
                <a:latin typeface="29LT Azer"/>
                <a:ea typeface="29LT Azer"/>
                <a:cs typeface="29LT Azer"/>
                <a:sym typeface="29LT Azer"/>
              </a:rPr>
              <a:t>https://github.com/alizadeh-ai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42324" y="4607069"/>
            <a:ext cx="4607021" cy="448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545454"/>
                </a:solidFill>
                <a:latin typeface="29LT Azer"/>
                <a:ea typeface="29LT Azer"/>
                <a:cs typeface="29LT Azer"/>
                <a:sym typeface="29LT Azer"/>
              </a:rPr>
              <a:t>https://t.me/mha_me =&gt; @mha_me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7026122" y="3095641"/>
            <a:ext cx="4235756" cy="5591715"/>
          </a:xfrm>
          <a:custGeom>
            <a:avLst/>
            <a:gdLst/>
            <a:ahLst/>
            <a:cxnLst/>
            <a:rect l="l" t="t" r="r" b="b"/>
            <a:pathLst>
              <a:path w="4235756" h="5591715">
                <a:moveTo>
                  <a:pt x="0" y="0"/>
                </a:moveTo>
                <a:lnTo>
                  <a:pt x="4235756" y="0"/>
                </a:lnTo>
                <a:lnTo>
                  <a:pt x="4235756" y="5591715"/>
                </a:lnTo>
                <a:lnTo>
                  <a:pt x="0" y="5591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5664" y="1833312"/>
            <a:ext cx="4747458" cy="126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OpenCV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2333099" y="3620565"/>
            <a:ext cx="3652587" cy="4821861"/>
          </a:xfrm>
          <a:custGeom>
            <a:avLst/>
            <a:gdLst/>
            <a:ahLst/>
            <a:cxnLst/>
            <a:rect l="l" t="t" r="r" b="b"/>
            <a:pathLst>
              <a:path w="3652587" h="4821861">
                <a:moveTo>
                  <a:pt x="0" y="0"/>
                </a:moveTo>
                <a:lnTo>
                  <a:pt x="3652587" y="0"/>
                </a:lnTo>
                <a:lnTo>
                  <a:pt x="3652587" y="4821861"/>
                </a:lnTo>
                <a:lnTo>
                  <a:pt x="0" y="4821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420652" y="3188526"/>
            <a:ext cx="8867479" cy="2600316"/>
          </a:xfrm>
          <a:custGeom>
            <a:avLst/>
            <a:gdLst/>
            <a:ahLst/>
            <a:cxnLst/>
            <a:rect l="l" t="t" r="r" b="b"/>
            <a:pathLst>
              <a:path w="8867479" h="2600316">
                <a:moveTo>
                  <a:pt x="0" y="0"/>
                </a:moveTo>
                <a:lnTo>
                  <a:pt x="8867480" y="0"/>
                </a:lnTo>
                <a:lnTo>
                  <a:pt x="8867480" y="2600316"/>
                </a:lnTo>
                <a:lnTo>
                  <a:pt x="0" y="2600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0239" b="-15077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420652" y="6421146"/>
            <a:ext cx="8867479" cy="2699380"/>
          </a:xfrm>
          <a:custGeom>
            <a:avLst/>
            <a:gdLst/>
            <a:ahLst/>
            <a:cxnLst/>
            <a:rect l="l" t="t" r="r" b="b"/>
            <a:pathLst>
              <a:path w="8867479" h="2699380">
                <a:moveTo>
                  <a:pt x="0" y="0"/>
                </a:moveTo>
                <a:lnTo>
                  <a:pt x="8867480" y="0"/>
                </a:lnTo>
                <a:lnTo>
                  <a:pt x="8867480" y="2699380"/>
                </a:lnTo>
                <a:lnTo>
                  <a:pt x="0" y="2699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1715" b="-2678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5664" y="1833312"/>
            <a:ext cx="4747458" cy="1262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19"/>
              </a:lnSpc>
              <a:spcBef>
                <a:spcPct val="0"/>
              </a:spcBef>
            </a:pPr>
            <a:r>
              <a:rPr lang="en-US" sz="7299" b="1">
                <a:solidFill>
                  <a:srgbClr val="222222"/>
                </a:solidFill>
                <a:latin typeface="29LT Azer Bold"/>
                <a:ea typeface="29LT Azer Bold"/>
                <a:cs typeface="29LT Azer Bold"/>
                <a:sym typeface="29LT Azer Bold"/>
              </a:rPr>
              <a:t>OpenCV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809" y="503319"/>
            <a:ext cx="1289491" cy="1289491"/>
          </a:xfrm>
          <a:prstGeom prst="flowChartConnector">
            <a:avLst/>
          </a:pr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85664" y="1673445"/>
            <a:ext cx="1713320" cy="119365"/>
            <a:chOff x="0" y="0"/>
            <a:chExt cx="2284427" cy="15915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42213" cy="159153"/>
              <a:chOff x="0" y="0"/>
              <a:chExt cx="225622" cy="314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12965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42213" y="0"/>
              <a:ext cx="1142213" cy="159153"/>
              <a:chOff x="0" y="0"/>
              <a:chExt cx="225622" cy="3143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5622" cy="31438"/>
              </a:xfrm>
              <a:custGeom>
                <a:avLst/>
                <a:gdLst/>
                <a:ahLst/>
                <a:cxnLst/>
                <a:rect l="l" t="t" r="r" b="b"/>
                <a:pathLst>
                  <a:path w="225622" h="31438">
                    <a:moveTo>
                      <a:pt x="0" y="0"/>
                    </a:moveTo>
                    <a:lnTo>
                      <a:pt x="225622" y="0"/>
                    </a:lnTo>
                    <a:lnTo>
                      <a:pt x="225622" y="31438"/>
                    </a:lnTo>
                    <a:lnTo>
                      <a:pt x="0" y="31438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5622" cy="695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1785664" y="2026904"/>
            <a:ext cx="8223289" cy="182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0"/>
              </a:lnSpc>
            </a:pPr>
            <a:r>
              <a:rPr lang="en-US" sz="97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Thanks :)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85664" y="6473095"/>
            <a:ext cx="6788050" cy="64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222222"/>
                </a:solidFill>
                <a:latin typeface="29LT Azer Medium"/>
                <a:ea typeface="29LT Azer Medium"/>
                <a:cs typeface="29LT Azer Medium"/>
                <a:sym typeface="29LT Azer Medium"/>
              </a:rPr>
              <a:t>Mohammad Hssein Alizadeh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7490" y="7119996"/>
            <a:ext cx="6051352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22222"/>
                </a:solidFill>
                <a:latin typeface="29LT Azer"/>
                <a:ea typeface="29LT Azer"/>
                <a:cs typeface="29LT Azer"/>
                <a:sym typeface="29LT Azer"/>
              </a:rPr>
              <a:t>info@mohammad-hossein.ir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92936" y="1795529"/>
            <a:ext cx="44323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222222"/>
                </a:solidFill>
                <a:latin typeface="29LT Azer Heavy"/>
                <a:ea typeface="29LT Azer Heavy"/>
                <a:cs typeface="29LT Azer Heavy"/>
                <a:sym typeface="29LT Azer Heavy"/>
              </a:rPr>
              <a:t>MHA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</Words>
  <Application>Microsoft Office PowerPoint</Application>
  <PresentationFormat>Custom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29LT Azer Heavy</vt:lpstr>
      <vt:lpstr>29LT Azer</vt:lpstr>
      <vt:lpstr>29LT Azer Medium</vt:lpstr>
      <vt:lpstr>Calibri</vt:lpstr>
      <vt:lpstr>29LT Azer Light</vt:lpstr>
      <vt:lpstr>29LT Azer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 on Computer Vision</dc:title>
  <cp:lastModifiedBy>Mohammad Hossein Alizadeh</cp:lastModifiedBy>
  <cp:revision>3</cp:revision>
  <dcterms:created xsi:type="dcterms:W3CDTF">2006-08-16T00:00:00Z</dcterms:created>
  <dcterms:modified xsi:type="dcterms:W3CDTF">2025-12-16T22:59:56Z</dcterms:modified>
  <dc:identifier>DAG7sAvoW0g</dc:identifier>
</cp:coreProperties>
</file>